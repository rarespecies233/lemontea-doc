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3"/>
  </p:normalViewPr>
  <p:slideViewPr>
    <p:cSldViewPr snapToGrid="0">
      <p:cViewPr varScale="1">
        <p:scale>
          <a:sx n="118" d="100"/>
          <a:sy n="118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9B210-BFC0-C7A6-66B3-2B3466187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1FE5987-4490-BD1B-C810-1B5A878A5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6F9F8F-AD4E-D677-CB44-D2E29FB6B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866B6-388C-6544-A706-B8DDBF27F11A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C67DAA-88D4-B525-B9C0-083A71FB1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4240D6-77CA-0C6E-BFFA-3188A05CF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DAF5-91A3-1943-A99C-828C6222D4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704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F2D9C0-0460-176C-6441-0C45168EA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AF950B-F141-4C5C-05F3-D25AF4B43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14D0DA-861B-E7DC-21D6-94C324B5D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866B6-388C-6544-A706-B8DDBF27F11A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D16871-A998-B49B-B1E4-434913CCA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988633-5399-DB4B-3BF9-7708FEE54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DAF5-91A3-1943-A99C-828C6222D4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64132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8ED9A-C5CA-28E6-6118-A033C332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B929BA-56A4-233A-E3F0-97324A2BB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7D8AC2-6FED-BBC5-8A25-71270A69D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866B6-388C-6544-A706-B8DDBF27F11A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AC17EB-15D4-9167-D904-7CB2B3015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177993-0358-CBD0-EEE7-4E00CC7B3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DAF5-91A3-1943-A99C-828C6222D4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9821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A951A-74F0-F5D7-45F8-C5E0B711D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C826C4-7AF6-A2D5-CC60-DAD5E428B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AB2387-E79F-DB7C-89A7-49A703399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2C6A2E-4379-9411-B8B1-F2FC6700E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866B6-388C-6544-A706-B8DDBF27F11A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DB12A7-2A7C-9562-7A1C-751FB402A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64728-00D7-3487-BA99-98A057B4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DAF5-91A3-1943-A99C-828C6222D4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731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B6E7A6-970A-1813-F5F5-440082E93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15AF70-23F0-60B7-FD4F-48B334580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DFB3BA-DF5C-6A85-6616-C28518A01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CF6829B-4BF0-AEE9-97E2-FB42CD62C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68CE77-F561-520C-72C3-88381523F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DF7CB0-9E7E-AFA4-27D7-D2028FC89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866B6-388C-6544-A706-B8DDBF27F11A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651D06-4011-297A-7306-27F958CAA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8304864-66F4-B09D-542C-F2B5DFDE6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DAF5-91A3-1943-A99C-828C6222D4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7147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B95747-A1C8-0E7B-C714-51560AE66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D451C95-56B9-B0A6-3906-7C337C460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866B6-388C-6544-A706-B8DDBF27F11A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AA2FDB-490A-98C8-865A-7A053E2C5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3DC023-1F0C-AAFE-823A-7350EED3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DAF5-91A3-1943-A99C-828C6222D4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621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A2C806-0D57-C055-6C4C-0C9D8E511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866B6-388C-6544-A706-B8DDBF27F11A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8634BF-BE01-D05D-DD4A-8F52ECA46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569C61-D115-1C4E-FBD4-3D39A8238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DAF5-91A3-1943-A99C-828C6222D4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3165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0C526-3086-28E0-481F-545C44C3A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87E1C2-C213-B116-5AA7-0AA1C7842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04387E-B568-217A-C8B8-A4EFD95D5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52E8B3-ECF0-3A3B-324B-745A84A5A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866B6-388C-6544-A706-B8DDBF27F11A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0C6EEF-A32F-EB64-40AD-D1F903A7E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0D41F3-A214-E8B2-CB85-489D82FC8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DAF5-91A3-1943-A99C-828C6222D4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6080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D855A-B914-989B-83F8-78639E832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667B90D-EBED-33A3-9EE5-E9E8236387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49F3CC-F035-F461-19C2-10BD17610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F8A214-C497-586D-2DEE-422E869A0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866B6-388C-6544-A706-B8DDBF27F11A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0C5FFF-B596-96D2-3902-309171E3C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C7498D-D75E-6EB9-BEEC-0D7F46514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DAF5-91A3-1943-A99C-828C6222D4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5228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B6D3E-0156-6AB7-B817-C7D26076D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151BDE-D71A-C555-2453-F61BBB02C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E498FB-917D-BEB6-E36E-D43382E28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866B6-388C-6544-A706-B8DDBF27F11A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2D7FC2-43AD-9113-4BE3-41D4E8B81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753845-4142-3E1A-1706-DFF025FCE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DAF5-91A3-1943-A99C-828C6222D4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7222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DA34F8E-D95A-D6D4-424C-7111E1919A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2F10EE-6BAA-ECFF-7C8E-31FBDE651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488E4D-F24B-0F1F-0DB3-DF0109366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866B6-388C-6544-A706-B8DDBF27F11A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4157B6-00D1-9880-B535-09EE7C4E7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DA025A-D48A-A4F5-522D-09413A37A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DAF5-91A3-1943-A99C-828C6222D4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5106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3C1EAD-29BD-F95A-ADFD-FA3C53D4A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7499D2-FD38-7CC5-7FF6-1816D188A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710C47-E74C-DC00-6BEE-B716338451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866B6-388C-6544-A706-B8DDBF27F11A}" type="datetimeFigureOut">
              <a:rPr kumimoji="1" lang="zh-CN" altLang="en-US" smtClean="0"/>
              <a:t>2026/3/10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0F0D3C-0A38-FB44-7200-77F8D6D13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0766A2-25E9-979E-AD14-3CB95B800A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8DAF5-91A3-1943-A99C-828C6222D4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2590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18">
            <a:extLst>
              <a:ext uri="{FF2B5EF4-FFF2-40B4-BE49-F238E27FC236}">
                <a16:creationId xmlns:a16="http://schemas.microsoft.com/office/drawing/2014/main" id="{1C17DEFD-B640-8AD0-53C5-C99942B22F2B}"/>
              </a:ext>
            </a:extLst>
          </p:cNvPr>
          <p:cNvSpPr/>
          <p:nvPr/>
        </p:nvSpPr>
        <p:spPr>
          <a:xfrm>
            <a:off x="250372" y="321129"/>
            <a:ext cx="4767942" cy="6215742"/>
          </a:xfrm>
          <a:prstGeom prst="roundRect">
            <a:avLst>
              <a:gd name="adj" fmla="val 5267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2173451F-0287-3781-55B6-85F4EF8F3486}"/>
              </a:ext>
            </a:extLst>
          </p:cNvPr>
          <p:cNvSpPr/>
          <p:nvPr/>
        </p:nvSpPr>
        <p:spPr>
          <a:xfrm>
            <a:off x="7173686" y="321129"/>
            <a:ext cx="4767942" cy="6215742"/>
          </a:xfrm>
          <a:prstGeom prst="roundRect">
            <a:avLst>
              <a:gd name="adj" fmla="val 5267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4FA3605-FA72-F6A8-8D73-C66BF6A6C521}"/>
              </a:ext>
            </a:extLst>
          </p:cNvPr>
          <p:cNvSpPr/>
          <p:nvPr/>
        </p:nvSpPr>
        <p:spPr>
          <a:xfrm>
            <a:off x="589492" y="476655"/>
            <a:ext cx="39340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树莓派</a:t>
            </a:r>
            <a:r>
              <a:rPr lang="en-US" altLang="zh-CN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/</a:t>
            </a:r>
            <a:r>
              <a:rPr lang="zh-CN" alt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硬件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935DD34-748E-10E9-B710-6C5A3D372F7A}"/>
              </a:ext>
            </a:extLst>
          </p:cNvPr>
          <p:cNvSpPr/>
          <p:nvPr/>
        </p:nvSpPr>
        <p:spPr>
          <a:xfrm>
            <a:off x="7556147" y="504739"/>
            <a:ext cx="40030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Web/</a:t>
            </a:r>
            <a:r>
              <a:rPr lang="zh-CN" alt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上位机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70E2B68-9168-B1F7-0ADF-06E351CBAA07}"/>
              </a:ext>
            </a:extLst>
          </p:cNvPr>
          <p:cNvSpPr/>
          <p:nvPr/>
        </p:nvSpPr>
        <p:spPr>
          <a:xfrm>
            <a:off x="7592873" y="1683201"/>
            <a:ext cx="4003020" cy="1284515"/>
          </a:xfrm>
          <a:prstGeom prst="roundRect">
            <a:avLst>
              <a:gd name="adj" fmla="val 5267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控制端</a:t>
            </a:r>
            <a:r>
              <a:rPr kumimoji="1" lang="en-US" altLang="zh-CN" dirty="0"/>
              <a:t>/</a:t>
            </a:r>
            <a:r>
              <a:rPr kumimoji="1" lang="zh-CN" altLang="en-US" dirty="0"/>
              <a:t>前端（</a:t>
            </a:r>
            <a:r>
              <a:rPr kumimoji="1" lang="en-US" altLang="zh-CN" dirty="0"/>
              <a:t>Web</a:t>
            </a:r>
            <a:r>
              <a:rPr kumimoji="1" lang="zh-CN" altLang="en-US" dirty="0"/>
              <a:t>架构）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AD1C5587-9821-C840-5F4C-CF39A7BC020E}"/>
              </a:ext>
            </a:extLst>
          </p:cNvPr>
          <p:cNvSpPr/>
          <p:nvPr/>
        </p:nvSpPr>
        <p:spPr>
          <a:xfrm>
            <a:off x="7592873" y="3301091"/>
            <a:ext cx="4003020" cy="1284515"/>
          </a:xfrm>
          <a:prstGeom prst="roundRect">
            <a:avLst>
              <a:gd name="adj" fmla="val 5267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服务端</a:t>
            </a:r>
            <a:r>
              <a:rPr kumimoji="1" lang="en-US" altLang="zh-CN" dirty="0"/>
              <a:t>/</a:t>
            </a:r>
            <a:r>
              <a:rPr kumimoji="1" lang="zh-CN" altLang="en-US" dirty="0"/>
              <a:t>后端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FACDC9FD-C472-A576-FBC0-614DE4B274C1}"/>
              </a:ext>
            </a:extLst>
          </p:cNvPr>
          <p:cNvSpPr/>
          <p:nvPr/>
        </p:nvSpPr>
        <p:spPr>
          <a:xfrm>
            <a:off x="431021" y="1507669"/>
            <a:ext cx="4406644" cy="4886711"/>
          </a:xfrm>
          <a:prstGeom prst="roundRect">
            <a:avLst>
              <a:gd name="adj" fmla="val 5267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8264A28C-7F26-C2BF-ED4F-2BA2C22EC4B8}"/>
              </a:ext>
            </a:extLst>
          </p:cNvPr>
          <p:cNvSpPr/>
          <p:nvPr/>
        </p:nvSpPr>
        <p:spPr>
          <a:xfrm>
            <a:off x="3097721" y="1655117"/>
            <a:ext cx="1530767" cy="4440880"/>
          </a:xfrm>
          <a:prstGeom prst="roundRect">
            <a:avLst>
              <a:gd name="adj" fmla="val 20225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守护程序</a:t>
            </a:r>
            <a:r>
              <a:rPr kumimoji="1" lang="en-US" altLang="zh-CN" dirty="0"/>
              <a:t>/</a:t>
            </a:r>
          </a:p>
          <a:p>
            <a:pPr algn="ctr"/>
            <a:r>
              <a:rPr kumimoji="1" lang="zh-CN" altLang="en-US" dirty="0"/>
              <a:t>主进程</a:t>
            </a:r>
            <a:r>
              <a:rPr kumimoji="1" lang="en-US" altLang="zh-CN" dirty="0"/>
              <a:t>/</a:t>
            </a:r>
          </a:p>
          <a:p>
            <a:pPr algn="ctr"/>
            <a:r>
              <a:rPr kumimoji="1" lang="en-US" altLang="zh-CN" dirty="0" err="1"/>
              <a:t>WebSSH</a:t>
            </a:r>
            <a:endParaRPr kumimoji="1" lang="zh-CN" altLang="en-US" dirty="0"/>
          </a:p>
        </p:txBody>
      </p:sp>
      <p:sp>
        <p:nvSpPr>
          <p:cNvPr id="34" name="左右箭头 33">
            <a:extLst>
              <a:ext uri="{FF2B5EF4-FFF2-40B4-BE49-F238E27FC236}">
                <a16:creationId xmlns:a16="http://schemas.microsoft.com/office/drawing/2014/main" id="{BE8BC4F3-9961-246D-FEF0-5BF48E7AE8A5}"/>
              </a:ext>
            </a:extLst>
          </p:cNvPr>
          <p:cNvSpPr/>
          <p:nvPr/>
        </p:nvSpPr>
        <p:spPr>
          <a:xfrm>
            <a:off x="4471859" y="3584122"/>
            <a:ext cx="3248283" cy="745666"/>
          </a:xfrm>
          <a:prstGeom prst="leftRight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Http/【</a:t>
            </a:r>
            <a:r>
              <a:rPr kumimoji="1" lang="zh-CN" altLang="en-US" dirty="0"/>
              <a:t>待定</a:t>
            </a:r>
            <a:r>
              <a:rPr kumimoji="1" lang="en-US" altLang="zh-CN" dirty="0"/>
              <a:t>】</a:t>
            </a:r>
            <a:r>
              <a:rPr kumimoji="1" lang="zh-CN" altLang="en-US" dirty="0"/>
              <a:t>网络协议</a:t>
            </a:r>
          </a:p>
        </p:txBody>
      </p:sp>
      <p:sp>
        <p:nvSpPr>
          <p:cNvPr id="35" name="左右箭头 34">
            <a:extLst>
              <a:ext uri="{FF2B5EF4-FFF2-40B4-BE49-F238E27FC236}">
                <a16:creationId xmlns:a16="http://schemas.microsoft.com/office/drawing/2014/main" id="{CEC69CA5-3B70-1281-C726-1044747612F2}"/>
              </a:ext>
            </a:extLst>
          </p:cNvPr>
          <p:cNvSpPr/>
          <p:nvPr/>
        </p:nvSpPr>
        <p:spPr>
          <a:xfrm rot="1506731">
            <a:off x="8796021" y="2816613"/>
            <a:ext cx="1806770" cy="635579"/>
          </a:xfrm>
          <a:prstGeom prst="leftRight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HTTP</a:t>
            </a:r>
            <a:r>
              <a:rPr kumimoji="1" lang="zh-CN" altLang="en-US" dirty="0"/>
              <a:t> </a:t>
            </a:r>
            <a:r>
              <a:rPr kumimoji="1" lang="en-US" altLang="zh-CN" dirty="0"/>
              <a:t>Api</a:t>
            </a:r>
            <a:endParaRPr kumimoji="1" lang="zh-CN" altLang="en-US" dirty="0"/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3301E41D-DB3F-D36C-1B90-EA2A97A79C43}"/>
              </a:ext>
            </a:extLst>
          </p:cNvPr>
          <p:cNvSpPr/>
          <p:nvPr/>
        </p:nvSpPr>
        <p:spPr>
          <a:xfrm>
            <a:off x="544285" y="5350331"/>
            <a:ext cx="1530767" cy="823554"/>
          </a:xfrm>
          <a:prstGeom prst="roundRect">
            <a:avLst>
              <a:gd name="adj" fmla="val 20225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硬件接口</a:t>
            </a:r>
            <a:endParaRPr kumimoji="1" lang="en-US" altLang="zh-CN" dirty="0"/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96224C38-37CC-AABE-00D6-D3DE44D0DB07}"/>
              </a:ext>
            </a:extLst>
          </p:cNvPr>
          <p:cNvSpPr/>
          <p:nvPr/>
        </p:nvSpPr>
        <p:spPr>
          <a:xfrm>
            <a:off x="607771" y="1655117"/>
            <a:ext cx="1406115" cy="1887691"/>
          </a:xfrm>
          <a:prstGeom prst="roundRect">
            <a:avLst>
              <a:gd name="adj" fmla="val 11709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【</a:t>
            </a:r>
            <a:r>
              <a:rPr kumimoji="1" lang="zh-CN" altLang="en-US" dirty="0"/>
              <a:t>若干</a:t>
            </a:r>
            <a:r>
              <a:rPr kumimoji="1" lang="en-US" altLang="zh-CN" dirty="0"/>
              <a:t>】</a:t>
            </a:r>
          </a:p>
          <a:p>
            <a:pPr algn="ctr"/>
            <a:r>
              <a:rPr kumimoji="1" lang="zh-CN" altLang="en-US" dirty="0"/>
              <a:t>子进程</a:t>
            </a:r>
            <a:r>
              <a:rPr kumimoji="1" lang="en-US" altLang="zh-CN" dirty="0"/>
              <a:t>/</a:t>
            </a:r>
            <a:br>
              <a:rPr kumimoji="1" lang="en-US" altLang="zh-CN" dirty="0"/>
            </a:br>
            <a:r>
              <a:rPr kumimoji="1" lang="zh-CN" altLang="en-US" dirty="0"/>
              <a:t>硬件接口进程</a:t>
            </a:r>
          </a:p>
        </p:txBody>
      </p:sp>
      <p:sp>
        <p:nvSpPr>
          <p:cNvPr id="40" name="左右箭头 39">
            <a:extLst>
              <a:ext uri="{FF2B5EF4-FFF2-40B4-BE49-F238E27FC236}">
                <a16:creationId xmlns:a16="http://schemas.microsoft.com/office/drawing/2014/main" id="{354C37C8-49EA-1F9B-28C5-FFC28E4A9BDD}"/>
              </a:ext>
            </a:extLst>
          </p:cNvPr>
          <p:cNvSpPr/>
          <p:nvPr/>
        </p:nvSpPr>
        <p:spPr>
          <a:xfrm rot="5400000">
            <a:off x="219356" y="4191890"/>
            <a:ext cx="2147801" cy="509359"/>
          </a:xfrm>
          <a:prstGeom prst="leftRight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 err="1"/>
              <a:t>Cpp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Api</a:t>
            </a:r>
            <a:r>
              <a:rPr kumimoji="1" lang="zh-CN" altLang="en-US" sz="1600" dirty="0"/>
              <a:t>接口访问</a:t>
            </a:r>
          </a:p>
        </p:txBody>
      </p:sp>
      <p:sp>
        <p:nvSpPr>
          <p:cNvPr id="36" name="左右箭头 35">
            <a:extLst>
              <a:ext uri="{FF2B5EF4-FFF2-40B4-BE49-F238E27FC236}">
                <a16:creationId xmlns:a16="http://schemas.microsoft.com/office/drawing/2014/main" id="{756D2FC3-9F24-801D-5320-BB0F8DA44B2C}"/>
              </a:ext>
            </a:extLst>
          </p:cNvPr>
          <p:cNvSpPr/>
          <p:nvPr/>
        </p:nvSpPr>
        <p:spPr>
          <a:xfrm>
            <a:off x="1791154" y="2814689"/>
            <a:ext cx="1530767" cy="532910"/>
          </a:xfrm>
          <a:prstGeom prst="leftRight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Socket</a:t>
            </a:r>
            <a:r>
              <a:rPr kumimoji="1" lang="zh-CN" altLang="en-US" sz="1600" dirty="0"/>
              <a:t>协议</a:t>
            </a:r>
          </a:p>
        </p:txBody>
      </p:sp>
      <p:sp>
        <p:nvSpPr>
          <p:cNvPr id="39" name="左右箭头 38">
            <a:extLst>
              <a:ext uri="{FF2B5EF4-FFF2-40B4-BE49-F238E27FC236}">
                <a16:creationId xmlns:a16="http://schemas.microsoft.com/office/drawing/2014/main" id="{6EDFC513-585D-34FB-332C-369EDE84A22C}"/>
              </a:ext>
            </a:extLst>
          </p:cNvPr>
          <p:cNvSpPr/>
          <p:nvPr/>
        </p:nvSpPr>
        <p:spPr>
          <a:xfrm>
            <a:off x="1791154" y="1907567"/>
            <a:ext cx="1530767" cy="907121"/>
          </a:xfrm>
          <a:prstGeom prst="leftRightArrow">
            <a:avLst>
              <a:gd name="adj1" fmla="val 57200"/>
              <a:gd name="adj2" fmla="val 26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程序守护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带有配置文件</a:t>
            </a: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D1319C07-1BBB-7911-9F0B-83B5013A6384}"/>
              </a:ext>
            </a:extLst>
          </p:cNvPr>
          <p:cNvSpPr/>
          <p:nvPr/>
        </p:nvSpPr>
        <p:spPr>
          <a:xfrm>
            <a:off x="7592873" y="4918981"/>
            <a:ext cx="4003019" cy="1284515"/>
          </a:xfrm>
          <a:prstGeom prst="roundRect">
            <a:avLst>
              <a:gd name="adj" fmla="val 5267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【</a:t>
            </a:r>
            <a:r>
              <a:rPr kumimoji="1" lang="zh-CN" altLang="en-US" dirty="0"/>
              <a:t>若干</a:t>
            </a:r>
            <a:r>
              <a:rPr kumimoji="1" lang="en-US" altLang="zh-CN" dirty="0"/>
              <a:t>】</a:t>
            </a:r>
            <a:r>
              <a:rPr kumimoji="1" lang="zh-CN" altLang="en-US" dirty="0"/>
              <a:t>模型端</a:t>
            </a:r>
          </a:p>
        </p:txBody>
      </p:sp>
      <p:sp>
        <p:nvSpPr>
          <p:cNvPr id="42" name="左右箭头 41">
            <a:extLst>
              <a:ext uri="{FF2B5EF4-FFF2-40B4-BE49-F238E27FC236}">
                <a16:creationId xmlns:a16="http://schemas.microsoft.com/office/drawing/2014/main" id="{45ED174C-D838-3A8E-AE51-45F2DC1B0268}"/>
              </a:ext>
            </a:extLst>
          </p:cNvPr>
          <p:cNvSpPr/>
          <p:nvPr/>
        </p:nvSpPr>
        <p:spPr>
          <a:xfrm>
            <a:off x="4554636" y="1918608"/>
            <a:ext cx="3248283" cy="745666"/>
          </a:xfrm>
          <a:prstGeom prst="leftRight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Http</a:t>
            </a:r>
            <a:r>
              <a:rPr kumimoji="1" lang="zh-CN" altLang="en-US" dirty="0"/>
              <a:t>网络协议</a:t>
            </a:r>
          </a:p>
        </p:txBody>
      </p:sp>
      <p:sp>
        <p:nvSpPr>
          <p:cNvPr id="43" name="左右箭头 42">
            <a:extLst>
              <a:ext uri="{FF2B5EF4-FFF2-40B4-BE49-F238E27FC236}">
                <a16:creationId xmlns:a16="http://schemas.microsoft.com/office/drawing/2014/main" id="{3AEBA453-467E-B425-1F33-D5DE0363A24A}"/>
              </a:ext>
            </a:extLst>
          </p:cNvPr>
          <p:cNvSpPr/>
          <p:nvPr/>
        </p:nvSpPr>
        <p:spPr>
          <a:xfrm rot="1501652">
            <a:off x="8754633" y="4434505"/>
            <a:ext cx="1806770" cy="635579"/>
          </a:xfrm>
          <a:prstGeom prst="leftRight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待定</a:t>
            </a:r>
          </a:p>
        </p:txBody>
      </p:sp>
    </p:spTree>
    <p:extLst>
      <p:ext uri="{BB962C8B-B14F-4D97-AF65-F5344CB8AC3E}">
        <p14:creationId xmlns:p14="http://schemas.microsoft.com/office/powerpoint/2010/main" val="2216942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70</Words>
  <Application>Microsoft Macintosh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物种 稀有</dc:creator>
  <cp:lastModifiedBy>物种 稀有</cp:lastModifiedBy>
  <cp:revision>3</cp:revision>
  <dcterms:created xsi:type="dcterms:W3CDTF">2026-03-10T09:49:28Z</dcterms:created>
  <dcterms:modified xsi:type="dcterms:W3CDTF">2026-03-10T10:36:09Z</dcterms:modified>
</cp:coreProperties>
</file>